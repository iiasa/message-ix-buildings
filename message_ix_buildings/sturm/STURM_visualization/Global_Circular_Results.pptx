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2" r:id="rId5"/>
    <p:sldId id="276" r:id="rId6"/>
    <p:sldId id="278" r:id="rId7"/>
    <p:sldId id="279" r:id="rId8"/>
    <p:sldId id="277" r:id="rId9"/>
    <p:sldId id="274" r:id="rId10"/>
    <p:sldId id="273" r:id="rId11"/>
    <p:sldId id="275" r:id="rId12"/>
    <p:sldId id="256" r:id="rId13"/>
    <p:sldId id="263" r:id="rId14"/>
    <p:sldId id="257" r:id="rId15"/>
    <p:sldId id="258" r:id="rId16"/>
    <p:sldId id="259" r:id="rId17"/>
    <p:sldId id="260" r:id="rId18"/>
    <p:sldId id="261" r:id="rId19"/>
    <p:sldId id="262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6DE5FC-4B95-4210-8D1A-099FD495B249}" v="127" dt="2026-05-28T11:50:54.2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WAWI Shu" userId="317110da-9576-41f3-834a-01f1f1ed47c9" providerId="ADAL" clId="{AD227A45-278E-4DD4-952F-2C2F8E149F38}"/>
    <pc:docChg chg="undo custSel addSld delSld modSld sldOrd">
      <pc:chgData name="NAWAWI Shu" userId="317110da-9576-41f3-834a-01f1f1ed47c9" providerId="ADAL" clId="{AD227A45-278E-4DD4-952F-2C2F8E149F38}" dt="2026-06-03T11:58:38.809" v="2441" actId="20577"/>
      <pc:docMkLst>
        <pc:docMk/>
      </pc:docMkLst>
      <pc:sldChg chg="modSp new mod">
        <pc:chgData name="NAWAWI Shu" userId="317110da-9576-41f3-834a-01f1f1ed47c9" providerId="ADAL" clId="{AD227A45-278E-4DD4-952F-2C2F8E149F38}" dt="2026-05-26T14:58:54.447" v="402" actId="20577"/>
        <pc:sldMkLst>
          <pc:docMk/>
          <pc:sldMk cId="1104391919" sldId="256"/>
        </pc:sldMkLst>
        <pc:spChg chg="mod">
          <ac:chgData name="NAWAWI Shu" userId="317110da-9576-41f3-834a-01f1f1ed47c9" providerId="ADAL" clId="{AD227A45-278E-4DD4-952F-2C2F8E149F38}" dt="2026-05-26T14:58:50.191" v="391" actId="20577"/>
          <ac:spMkLst>
            <pc:docMk/>
            <pc:sldMk cId="1104391919" sldId="256"/>
            <ac:spMk id="2" creationId="{C581112E-4443-4D50-3C75-876F9FFE5AB2}"/>
          </ac:spMkLst>
        </pc:spChg>
        <pc:spChg chg="mod">
          <ac:chgData name="NAWAWI Shu" userId="317110da-9576-41f3-834a-01f1f1ed47c9" providerId="ADAL" clId="{AD227A45-278E-4DD4-952F-2C2F8E149F38}" dt="2026-05-26T14:58:54.447" v="402" actId="20577"/>
          <ac:spMkLst>
            <pc:docMk/>
            <pc:sldMk cId="1104391919" sldId="256"/>
            <ac:spMk id="3" creationId="{3ECEE5A5-64AC-4952-4F68-60F6267D44A9}"/>
          </ac:spMkLst>
        </pc:spChg>
      </pc:sldChg>
      <pc:sldChg chg="addSp delSp modSp new mod">
        <pc:chgData name="NAWAWI Shu" userId="317110da-9576-41f3-834a-01f1f1ed47c9" providerId="ADAL" clId="{AD227A45-278E-4DD4-952F-2C2F8E149F38}" dt="2026-05-26T14:37:14.157" v="156" actId="931"/>
        <pc:sldMkLst>
          <pc:docMk/>
          <pc:sldMk cId="4229932059" sldId="257"/>
        </pc:sldMkLst>
        <pc:spChg chg="add mod">
          <ac:chgData name="NAWAWI Shu" userId="317110da-9576-41f3-834a-01f1f1ed47c9" providerId="ADAL" clId="{AD227A45-278E-4DD4-952F-2C2F8E149F38}" dt="2026-05-26T14:15:54.999" v="37" actId="113"/>
          <ac:spMkLst>
            <pc:docMk/>
            <pc:sldMk cId="4229932059" sldId="257"/>
            <ac:spMk id="4" creationId="{3E1E837E-51A1-E2F6-643C-E418E602D631}"/>
          </ac:spMkLst>
        </pc:spChg>
        <pc:spChg chg="add mod">
          <ac:chgData name="NAWAWI Shu" userId="317110da-9576-41f3-834a-01f1f1ed47c9" providerId="ADAL" clId="{AD227A45-278E-4DD4-952F-2C2F8E149F38}" dt="2026-05-26T14:17:24.905" v="48" actId="1076"/>
          <ac:spMkLst>
            <pc:docMk/>
            <pc:sldMk cId="4229932059" sldId="257"/>
            <ac:spMk id="5" creationId="{7869E666-B59C-0A83-1592-325E3EB4BAEC}"/>
          </ac:spMkLst>
        </pc:spChg>
        <pc:spChg chg="add mod">
          <ac:chgData name="NAWAWI Shu" userId="317110da-9576-41f3-834a-01f1f1ed47c9" providerId="ADAL" clId="{AD227A45-278E-4DD4-952F-2C2F8E149F38}" dt="2026-05-26T14:17:39.811" v="54" actId="20577"/>
          <ac:spMkLst>
            <pc:docMk/>
            <pc:sldMk cId="4229932059" sldId="257"/>
            <ac:spMk id="6" creationId="{C6282A18-12BF-2B3C-87D2-B9D57F35B1A0}"/>
          </ac:spMkLst>
        </pc:spChg>
        <pc:spChg chg="add mod">
          <ac:chgData name="NAWAWI Shu" userId="317110da-9576-41f3-834a-01f1f1ed47c9" providerId="ADAL" clId="{AD227A45-278E-4DD4-952F-2C2F8E149F38}" dt="2026-05-26T14:18:11.498" v="62" actId="20577"/>
          <ac:spMkLst>
            <pc:docMk/>
            <pc:sldMk cId="4229932059" sldId="257"/>
            <ac:spMk id="7" creationId="{3D39A3F7-E4B4-F921-E14A-885523874D92}"/>
          </ac:spMkLst>
        </pc:spChg>
        <pc:picChg chg="add mod ord">
          <ac:chgData name="NAWAWI Shu" userId="317110da-9576-41f3-834a-01f1f1ed47c9" providerId="ADAL" clId="{AD227A45-278E-4DD4-952F-2C2F8E149F38}" dt="2026-05-26T14:36:11.386" v="154" actId="14100"/>
          <ac:picMkLst>
            <pc:docMk/>
            <pc:sldMk cId="4229932059" sldId="257"/>
            <ac:picMk id="9" creationId="{1379E808-4308-9865-D913-3941258E955B}"/>
          </ac:picMkLst>
        </pc:picChg>
      </pc:sldChg>
      <pc:sldChg chg="addSp modSp new mod">
        <pc:chgData name="NAWAWI Shu" userId="317110da-9576-41f3-834a-01f1f1ed47c9" providerId="ADAL" clId="{AD227A45-278E-4DD4-952F-2C2F8E149F38}" dt="2026-05-26T14:23:49.462" v="147" actId="20577"/>
        <pc:sldMkLst>
          <pc:docMk/>
          <pc:sldMk cId="4228589205" sldId="258"/>
        </pc:sldMkLst>
        <pc:spChg chg="add mod">
          <ac:chgData name="NAWAWI Shu" userId="317110da-9576-41f3-834a-01f1f1ed47c9" providerId="ADAL" clId="{AD227A45-278E-4DD4-952F-2C2F8E149F38}" dt="2026-05-26T14:22:36.754" v="70" actId="1076"/>
          <ac:spMkLst>
            <pc:docMk/>
            <pc:sldMk cId="4228589205" sldId="258"/>
            <ac:spMk id="3" creationId="{8B91D143-E6A3-3631-C2AC-E247CDB857BC}"/>
          </ac:spMkLst>
        </pc:spChg>
        <pc:spChg chg="add mod">
          <ac:chgData name="NAWAWI Shu" userId="317110da-9576-41f3-834a-01f1f1ed47c9" providerId="ADAL" clId="{AD227A45-278E-4DD4-952F-2C2F8E149F38}" dt="2026-05-26T14:23:49.462" v="147" actId="20577"/>
          <ac:spMkLst>
            <pc:docMk/>
            <pc:sldMk cId="4228589205" sldId="258"/>
            <ac:spMk id="5" creationId="{E9126A4C-DA6C-B9C3-2688-31BF118970A4}"/>
          </ac:spMkLst>
        </pc:spChg>
      </pc:sldChg>
      <pc:sldChg chg="addSp modSp new mod">
        <pc:chgData name="NAWAWI Shu" userId="317110da-9576-41f3-834a-01f1f1ed47c9" providerId="ADAL" clId="{AD227A45-278E-4DD4-952F-2C2F8E149F38}" dt="2026-05-26T14:37:21.082" v="157" actId="931"/>
        <pc:sldMkLst>
          <pc:docMk/>
          <pc:sldMk cId="2633949506" sldId="259"/>
        </pc:sldMkLst>
        <pc:picChg chg="add mod">
          <ac:chgData name="NAWAWI Shu" userId="317110da-9576-41f3-834a-01f1f1ed47c9" providerId="ADAL" clId="{AD227A45-278E-4DD4-952F-2C2F8E149F38}" dt="2026-05-26T14:37:21.082" v="157" actId="931"/>
          <ac:picMkLst>
            <pc:docMk/>
            <pc:sldMk cId="2633949506" sldId="259"/>
            <ac:picMk id="3" creationId="{36C573EB-4256-A2AC-DFC1-3545FA0EC78E}"/>
          </ac:picMkLst>
        </pc:picChg>
      </pc:sldChg>
      <pc:sldChg chg="addSp delSp modSp add mod ord">
        <pc:chgData name="NAWAWI Shu" userId="317110da-9576-41f3-834a-01f1f1ed47c9" providerId="ADAL" clId="{AD227A45-278E-4DD4-952F-2C2F8E149F38}" dt="2026-05-26T14:45:45.620" v="181" actId="113"/>
        <pc:sldMkLst>
          <pc:docMk/>
          <pc:sldMk cId="3869511827" sldId="260"/>
        </pc:sldMkLst>
        <pc:spChg chg="mod">
          <ac:chgData name="NAWAWI Shu" userId="317110da-9576-41f3-834a-01f1f1ed47c9" providerId="ADAL" clId="{AD227A45-278E-4DD4-952F-2C2F8E149F38}" dt="2026-05-26T14:45:45.620" v="181" actId="113"/>
          <ac:spMkLst>
            <pc:docMk/>
            <pc:sldMk cId="3869511827" sldId="260"/>
            <ac:spMk id="5" creationId="{993F1476-4D91-2461-9750-BFBC936BD360}"/>
          </ac:spMkLst>
        </pc:spChg>
        <pc:spChg chg="add mod">
          <ac:chgData name="NAWAWI Shu" userId="317110da-9576-41f3-834a-01f1f1ed47c9" providerId="ADAL" clId="{AD227A45-278E-4DD4-952F-2C2F8E149F38}" dt="2026-05-26T14:44:34.253" v="178" actId="1076"/>
          <ac:spMkLst>
            <pc:docMk/>
            <pc:sldMk cId="3869511827" sldId="260"/>
            <ac:spMk id="7" creationId="{9F0176DE-8903-7E87-5327-86F496161A0F}"/>
          </ac:spMkLst>
        </pc:spChg>
      </pc:sldChg>
      <pc:sldChg chg="addSp delSp modSp new mod">
        <pc:chgData name="NAWAWI Shu" userId="317110da-9576-41f3-834a-01f1f1ed47c9" providerId="ADAL" clId="{AD227A45-278E-4DD4-952F-2C2F8E149F38}" dt="2026-05-26T14:53:21.820" v="255" actId="113"/>
        <pc:sldMkLst>
          <pc:docMk/>
          <pc:sldMk cId="2283316054" sldId="261"/>
        </pc:sldMkLst>
        <pc:spChg chg="add mod">
          <ac:chgData name="NAWAWI Shu" userId="317110da-9576-41f3-834a-01f1f1ed47c9" providerId="ADAL" clId="{AD227A45-278E-4DD4-952F-2C2F8E149F38}" dt="2026-05-26T14:52:38.425" v="247" actId="1076"/>
          <ac:spMkLst>
            <pc:docMk/>
            <pc:sldMk cId="2283316054" sldId="261"/>
            <ac:spMk id="7" creationId="{BE14479E-1C70-9C24-DFEA-A310DCAC8CC7}"/>
          </ac:spMkLst>
        </pc:spChg>
        <pc:spChg chg="add mod">
          <ac:chgData name="NAWAWI Shu" userId="317110da-9576-41f3-834a-01f1f1ed47c9" providerId="ADAL" clId="{AD227A45-278E-4DD4-952F-2C2F8E149F38}" dt="2026-05-26T14:53:21.820" v="255" actId="113"/>
          <ac:spMkLst>
            <pc:docMk/>
            <pc:sldMk cId="2283316054" sldId="261"/>
            <ac:spMk id="9" creationId="{45C74B4A-2C73-BADD-7AEB-9A3AE4F8614F}"/>
          </ac:spMkLst>
        </pc:spChg>
        <pc:picChg chg="add mod">
          <ac:chgData name="NAWAWI Shu" userId="317110da-9576-41f3-834a-01f1f1ed47c9" providerId="ADAL" clId="{AD227A45-278E-4DD4-952F-2C2F8E149F38}" dt="2026-05-26T14:49:13.192" v="191" actId="1076"/>
          <ac:picMkLst>
            <pc:docMk/>
            <pc:sldMk cId="2283316054" sldId="261"/>
            <ac:picMk id="5" creationId="{CB818004-6F60-C258-62CA-07F354BDED3A}"/>
          </ac:picMkLst>
        </pc:picChg>
      </pc:sldChg>
      <pc:sldChg chg="addSp modSp new mod">
        <pc:chgData name="NAWAWI Shu" userId="317110da-9576-41f3-834a-01f1f1ed47c9" providerId="ADAL" clId="{AD227A45-278E-4DD4-952F-2C2F8E149F38}" dt="2026-05-26T14:58:21.958" v="362" actId="207"/>
        <pc:sldMkLst>
          <pc:docMk/>
          <pc:sldMk cId="700873357" sldId="262"/>
        </pc:sldMkLst>
        <pc:spChg chg="add mod">
          <ac:chgData name="NAWAWI Shu" userId="317110da-9576-41f3-834a-01f1f1ed47c9" providerId="ADAL" clId="{AD227A45-278E-4DD4-952F-2C2F8E149F38}" dt="2026-05-26T14:57:20.091" v="299" actId="1076"/>
          <ac:spMkLst>
            <pc:docMk/>
            <pc:sldMk cId="700873357" sldId="262"/>
            <ac:spMk id="3" creationId="{6D031737-E8FF-FE47-F5BD-0F8570B9F210}"/>
          </ac:spMkLst>
        </pc:spChg>
        <pc:spChg chg="add mod">
          <ac:chgData name="NAWAWI Shu" userId="317110da-9576-41f3-834a-01f1f1ed47c9" providerId="ADAL" clId="{AD227A45-278E-4DD4-952F-2C2F8E149F38}" dt="2026-05-26T14:56:36.354" v="297" actId="1076"/>
          <ac:spMkLst>
            <pc:docMk/>
            <pc:sldMk cId="700873357" sldId="262"/>
            <ac:spMk id="4" creationId="{E8345216-8CDF-A45E-83DB-43CAE0D5CC31}"/>
          </ac:spMkLst>
        </pc:spChg>
        <pc:spChg chg="add mod">
          <ac:chgData name="NAWAWI Shu" userId="317110da-9576-41f3-834a-01f1f1ed47c9" providerId="ADAL" clId="{AD227A45-278E-4DD4-952F-2C2F8E149F38}" dt="2026-05-26T14:58:21.958" v="362" actId="207"/>
          <ac:spMkLst>
            <pc:docMk/>
            <pc:sldMk cId="700873357" sldId="262"/>
            <ac:spMk id="5" creationId="{C43A682A-ABD1-9E10-CE1A-79D59E73C8E6}"/>
          </ac:spMkLst>
        </pc:spChg>
      </pc:sldChg>
      <pc:sldChg chg="delSp modSp new mod">
        <pc:chgData name="NAWAWI Shu" userId="317110da-9576-41f3-834a-01f1f1ed47c9" providerId="ADAL" clId="{AD227A45-278E-4DD4-952F-2C2F8E149F38}" dt="2026-05-26T14:59:11.930" v="419" actId="478"/>
        <pc:sldMkLst>
          <pc:docMk/>
          <pc:sldMk cId="1487531434" sldId="263"/>
        </pc:sldMkLst>
        <pc:spChg chg="mod">
          <ac:chgData name="NAWAWI Shu" userId="317110da-9576-41f3-834a-01f1f1ed47c9" providerId="ADAL" clId="{AD227A45-278E-4DD4-952F-2C2F8E149F38}" dt="2026-05-26T14:59:09.833" v="418" actId="20577"/>
          <ac:spMkLst>
            <pc:docMk/>
            <pc:sldMk cId="1487531434" sldId="263"/>
            <ac:spMk id="2" creationId="{F2F9FBD4-1B32-AA18-630C-A2A9D85D3FD5}"/>
          </ac:spMkLst>
        </pc:spChg>
      </pc:sldChg>
      <pc:sldChg chg="addSp modSp new mod">
        <pc:chgData name="NAWAWI Shu" userId="317110da-9576-41f3-834a-01f1f1ed47c9" providerId="ADAL" clId="{AD227A45-278E-4DD4-952F-2C2F8E149F38}" dt="2026-05-26T15:03:13.158" v="421" actId="931"/>
        <pc:sldMkLst>
          <pc:docMk/>
          <pc:sldMk cId="2966808652" sldId="264"/>
        </pc:sldMkLst>
        <pc:picChg chg="add mod">
          <ac:chgData name="NAWAWI Shu" userId="317110da-9576-41f3-834a-01f1f1ed47c9" providerId="ADAL" clId="{AD227A45-278E-4DD4-952F-2C2F8E149F38}" dt="2026-05-26T15:03:13.158" v="421" actId="931"/>
          <ac:picMkLst>
            <pc:docMk/>
            <pc:sldMk cId="2966808652" sldId="264"/>
            <ac:picMk id="3" creationId="{CDCD7954-ECAA-C49B-2775-C1F7DD5DCADD}"/>
          </ac:picMkLst>
        </pc:picChg>
      </pc:sldChg>
      <pc:sldChg chg="addSp modSp new mod">
        <pc:chgData name="NAWAWI Shu" userId="317110da-9576-41f3-834a-01f1f1ed47c9" providerId="ADAL" clId="{AD227A45-278E-4DD4-952F-2C2F8E149F38}" dt="2026-05-26T15:09:39.017" v="423" actId="931"/>
        <pc:sldMkLst>
          <pc:docMk/>
          <pc:sldMk cId="2547825209" sldId="265"/>
        </pc:sldMkLst>
        <pc:picChg chg="add mod">
          <ac:chgData name="NAWAWI Shu" userId="317110da-9576-41f3-834a-01f1f1ed47c9" providerId="ADAL" clId="{AD227A45-278E-4DD4-952F-2C2F8E149F38}" dt="2026-05-26T15:09:39.017" v="423" actId="931"/>
          <ac:picMkLst>
            <pc:docMk/>
            <pc:sldMk cId="2547825209" sldId="265"/>
            <ac:picMk id="3" creationId="{064C58B1-23E6-FA73-0C94-3C8A2EF712E7}"/>
          </ac:picMkLst>
        </pc:picChg>
      </pc:sldChg>
      <pc:sldChg chg="modSp add mod">
        <pc:chgData name="NAWAWI Shu" userId="317110da-9576-41f3-834a-01f1f1ed47c9" providerId="ADAL" clId="{AD227A45-278E-4DD4-952F-2C2F8E149F38}" dt="2026-05-26T15:11:55.481" v="442" actId="20577"/>
        <pc:sldMkLst>
          <pc:docMk/>
          <pc:sldMk cId="2093942883" sldId="266"/>
        </pc:sldMkLst>
        <pc:spChg chg="mod">
          <ac:chgData name="NAWAWI Shu" userId="317110da-9576-41f3-834a-01f1f1ed47c9" providerId="ADAL" clId="{AD227A45-278E-4DD4-952F-2C2F8E149F38}" dt="2026-05-26T15:11:55.481" v="442" actId="20577"/>
          <ac:spMkLst>
            <pc:docMk/>
            <pc:sldMk cId="2093942883" sldId="266"/>
            <ac:spMk id="2" creationId="{E7CFAB7C-7356-3964-C339-87EF012F58B9}"/>
          </ac:spMkLst>
        </pc:spChg>
      </pc:sldChg>
      <pc:sldChg chg="addSp delSp modSp new mod">
        <pc:chgData name="NAWAWI Shu" userId="317110da-9576-41f3-834a-01f1f1ed47c9" providerId="ADAL" clId="{AD227A45-278E-4DD4-952F-2C2F8E149F38}" dt="2026-05-26T15:25:50.326" v="446" actId="931"/>
        <pc:sldMkLst>
          <pc:docMk/>
          <pc:sldMk cId="2345401067" sldId="267"/>
        </pc:sldMkLst>
        <pc:picChg chg="add mod">
          <ac:chgData name="NAWAWI Shu" userId="317110da-9576-41f3-834a-01f1f1ed47c9" providerId="ADAL" clId="{AD227A45-278E-4DD4-952F-2C2F8E149F38}" dt="2026-05-26T15:25:50.326" v="446" actId="931"/>
          <ac:picMkLst>
            <pc:docMk/>
            <pc:sldMk cId="2345401067" sldId="267"/>
            <ac:picMk id="5" creationId="{444389D0-90BC-4F97-9C13-027130D80E94}"/>
          </ac:picMkLst>
        </pc:picChg>
      </pc:sldChg>
      <pc:sldChg chg="addSp modSp new mod">
        <pc:chgData name="NAWAWI Shu" userId="317110da-9576-41f3-834a-01f1f1ed47c9" providerId="ADAL" clId="{AD227A45-278E-4DD4-952F-2C2F8E149F38}" dt="2026-05-26T15:26:00.723" v="448" actId="931"/>
        <pc:sldMkLst>
          <pc:docMk/>
          <pc:sldMk cId="910382198" sldId="268"/>
        </pc:sldMkLst>
        <pc:picChg chg="add mod">
          <ac:chgData name="NAWAWI Shu" userId="317110da-9576-41f3-834a-01f1f1ed47c9" providerId="ADAL" clId="{AD227A45-278E-4DD4-952F-2C2F8E149F38}" dt="2026-05-26T15:26:00.723" v="448" actId="931"/>
          <ac:picMkLst>
            <pc:docMk/>
            <pc:sldMk cId="910382198" sldId="268"/>
            <ac:picMk id="3" creationId="{089C03A7-1064-485E-9F6B-AB05E563FFD2}"/>
          </ac:picMkLst>
        </pc:picChg>
      </pc:sldChg>
      <pc:sldChg chg="addSp modSp new mod">
        <pc:chgData name="NAWAWI Shu" userId="317110da-9576-41f3-834a-01f1f1ed47c9" providerId="ADAL" clId="{AD227A45-278E-4DD4-952F-2C2F8E149F38}" dt="2026-05-26T15:29:47.989" v="454" actId="1076"/>
        <pc:sldMkLst>
          <pc:docMk/>
          <pc:sldMk cId="3604569097" sldId="269"/>
        </pc:sldMkLst>
        <pc:picChg chg="add mod">
          <ac:chgData name="NAWAWI Shu" userId="317110da-9576-41f3-834a-01f1f1ed47c9" providerId="ADAL" clId="{AD227A45-278E-4DD4-952F-2C2F8E149F38}" dt="2026-05-26T15:29:47.989" v="454" actId="1076"/>
          <ac:picMkLst>
            <pc:docMk/>
            <pc:sldMk cId="3604569097" sldId="269"/>
            <ac:picMk id="3" creationId="{31C5714F-986A-A350-DDFC-B5EEB9FE67D0}"/>
          </ac:picMkLst>
        </pc:picChg>
      </pc:sldChg>
      <pc:sldChg chg="addSp modSp new mod">
        <pc:chgData name="NAWAWI Shu" userId="317110da-9576-41f3-834a-01f1f1ed47c9" providerId="ADAL" clId="{AD227A45-278E-4DD4-952F-2C2F8E149F38}" dt="2026-05-26T15:30:10.020" v="456" actId="931"/>
        <pc:sldMkLst>
          <pc:docMk/>
          <pc:sldMk cId="2525019939" sldId="270"/>
        </pc:sldMkLst>
        <pc:picChg chg="add mod">
          <ac:chgData name="NAWAWI Shu" userId="317110da-9576-41f3-834a-01f1f1ed47c9" providerId="ADAL" clId="{AD227A45-278E-4DD4-952F-2C2F8E149F38}" dt="2026-05-26T15:30:10.020" v="456" actId="931"/>
          <ac:picMkLst>
            <pc:docMk/>
            <pc:sldMk cId="2525019939" sldId="270"/>
            <ac:picMk id="3" creationId="{F81193B9-C4AF-B786-A144-D23E74925FA8}"/>
          </ac:picMkLst>
        </pc:picChg>
      </pc:sldChg>
      <pc:sldChg chg="addSp modSp new mod">
        <pc:chgData name="NAWAWI Shu" userId="317110da-9576-41f3-834a-01f1f1ed47c9" providerId="ADAL" clId="{AD227A45-278E-4DD4-952F-2C2F8E149F38}" dt="2026-05-26T15:30:46.230" v="458" actId="931"/>
        <pc:sldMkLst>
          <pc:docMk/>
          <pc:sldMk cId="3951696120" sldId="271"/>
        </pc:sldMkLst>
        <pc:picChg chg="add mod">
          <ac:chgData name="NAWAWI Shu" userId="317110da-9576-41f3-834a-01f1f1ed47c9" providerId="ADAL" clId="{AD227A45-278E-4DD4-952F-2C2F8E149F38}" dt="2026-05-26T15:30:46.230" v="458" actId="931"/>
          <ac:picMkLst>
            <pc:docMk/>
            <pc:sldMk cId="3951696120" sldId="271"/>
            <ac:picMk id="3" creationId="{E4BB28D0-1662-EEF9-131F-F110FD3B9003}"/>
          </ac:picMkLst>
        </pc:picChg>
      </pc:sldChg>
      <pc:sldChg chg="addSp delSp modSp new mod ord">
        <pc:chgData name="NAWAWI Shu" userId="317110da-9576-41f3-834a-01f1f1ed47c9" providerId="ADAL" clId="{AD227A45-278E-4DD4-952F-2C2F8E149F38}" dt="2026-06-03T11:58:38.809" v="2441" actId="20577"/>
        <pc:sldMkLst>
          <pc:docMk/>
          <pc:sldMk cId="2063116723" sldId="272"/>
        </pc:sldMkLst>
        <pc:spChg chg="mod">
          <ac:chgData name="NAWAWI Shu" userId="317110da-9576-41f3-834a-01f1f1ed47c9" providerId="ADAL" clId="{AD227A45-278E-4DD4-952F-2C2F8E149F38}" dt="2026-05-27T08:45:17.682" v="494" actId="20577"/>
          <ac:spMkLst>
            <pc:docMk/>
            <pc:sldMk cId="2063116723" sldId="272"/>
            <ac:spMk id="2" creationId="{D4075EF2-B07F-5E5C-D3BA-11440C17B3EF}"/>
          </ac:spMkLst>
        </pc:spChg>
        <pc:graphicFrameChg chg="add mod modGraphic">
          <ac:chgData name="NAWAWI Shu" userId="317110da-9576-41f3-834a-01f1f1ed47c9" providerId="ADAL" clId="{AD227A45-278E-4DD4-952F-2C2F8E149F38}" dt="2026-06-03T11:58:38.809" v="2441" actId="20577"/>
          <ac:graphicFrameMkLst>
            <pc:docMk/>
            <pc:sldMk cId="2063116723" sldId="272"/>
            <ac:graphicFrameMk id="4" creationId="{EDC0B199-E41B-767F-7AD8-D97A6AA3C111}"/>
          </ac:graphicFrameMkLst>
        </pc:graphicFrameChg>
      </pc:sldChg>
      <pc:sldChg chg="addSp modSp new mod">
        <pc:chgData name="NAWAWI Shu" userId="317110da-9576-41f3-834a-01f1f1ed47c9" providerId="ADAL" clId="{AD227A45-278E-4DD4-952F-2C2F8E149F38}" dt="2026-05-27T11:19:19.153" v="716" actId="113"/>
        <pc:sldMkLst>
          <pc:docMk/>
          <pc:sldMk cId="2732998356" sldId="273"/>
        </pc:sldMkLst>
        <pc:spChg chg="add mod">
          <ac:chgData name="NAWAWI Shu" userId="317110da-9576-41f3-834a-01f1f1ed47c9" providerId="ADAL" clId="{AD227A45-278E-4DD4-952F-2C2F8E149F38}" dt="2026-05-27T11:19:19.153" v="716" actId="113"/>
          <ac:spMkLst>
            <pc:docMk/>
            <pc:sldMk cId="2732998356" sldId="273"/>
            <ac:spMk id="4" creationId="{BA8629C9-41D8-C557-04AD-1329A894BC82}"/>
          </ac:spMkLst>
        </pc:spChg>
      </pc:sldChg>
      <pc:sldChg chg="addSp delSp modSp new mod ord">
        <pc:chgData name="NAWAWI Shu" userId="317110da-9576-41f3-834a-01f1f1ed47c9" providerId="ADAL" clId="{AD227A45-278E-4DD4-952F-2C2F8E149F38}" dt="2026-05-27T12:25:03.698" v="937" actId="14734"/>
        <pc:sldMkLst>
          <pc:docMk/>
          <pc:sldMk cId="1603937117" sldId="274"/>
        </pc:sldMkLst>
        <pc:spChg chg="mod">
          <ac:chgData name="NAWAWI Shu" userId="317110da-9576-41f3-834a-01f1f1ed47c9" providerId="ADAL" clId="{AD227A45-278E-4DD4-952F-2C2F8E149F38}" dt="2026-05-27T11:24:32.908" v="767" actId="20577"/>
          <ac:spMkLst>
            <pc:docMk/>
            <pc:sldMk cId="1603937117" sldId="274"/>
            <ac:spMk id="2" creationId="{7BFA9847-9ECC-1FCE-7BC8-D72BCD1F02F2}"/>
          </ac:spMkLst>
        </pc:spChg>
        <pc:graphicFrameChg chg="add mod modGraphic">
          <ac:chgData name="NAWAWI Shu" userId="317110da-9576-41f3-834a-01f1f1ed47c9" providerId="ADAL" clId="{AD227A45-278E-4DD4-952F-2C2F8E149F38}" dt="2026-05-27T12:25:03.698" v="937" actId="14734"/>
          <ac:graphicFrameMkLst>
            <pc:docMk/>
            <pc:sldMk cId="1603937117" sldId="274"/>
            <ac:graphicFrameMk id="4" creationId="{04F073BA-C703-7502-07BF-483BFC0E308A}"/>
          </ac:graphicFrameMkLst>
        </pc:graphicFrameChg>
      </pc:sldChg>
      <pc:sldChg chg="addSp modSp new mod">
        <pc:chgData name="NAWAWI Shu" userId="317110da-9576-41f3-834a-01f1f1ed47c9" providerId="ADAL" clId="{AD227A45-278E-4DD4-952F-2C2F8E149F38}" dt="2026-05-27T12:21:07.485" v="936" actId="20577"/>
        <pc:sldMkLst>
          <pc:docMk/>
          <pc:sldMk cId="3167519396" sldId="275"/>
        </pc:sldMkLst>
        <pc:spChg chg="mod">
          <ac:chgData name="NAWAWI Shu" userId="317110da-9576-41f3-834a-01f1f1ed47c9" providerId="ADAL" clId="{AD227A45-278E-4DD4-952F-2C2F8E149F38}" dt="2026-05-27T12:20:26.666" v="906" actId="20577"/>
          <ac:spMkLst>
            <pc:docMk/>
            <pc:sldMk cId="3167519396" sldId="275"/>
            <ac:spMk id="2" creationId="{A864DE9A-4958-58D9-A614-A883895498F2}"/>
          </ac:spMkLst>
        </pc:spChg>
        <pc:spChg chg="add mod">
          <ac:chgData name="NAWAWI Shu" userId="317110da-9576-41f3-834a-01f1f1ed47c9" providerId="ADAL" clId="{AD227A45-278E-4DD4-952F-2C2F8E149F38}" dt="2026-05-27T12:21:07.485" v="936" actId="20577"/>
          <ac:spMkLst>
            <pc:docMk/>
            <pc:sldMk cId="3167519396" sldId="275"/>
            <ac:spMk id="4" creationId="{46328500-FBC7-AE85-9344-FA19B62A203B}"/>
          </ac:spMkLst>
        </pc:spChg>
      </pc:sldChg>
      <pc:sldChg chg="addSp delSp modSp new mod">
        <pc:chgData name="NAWAWI Shu" userId="317110da-9576-41f3-834a-01f1f1ed47c9" providerId="ADAL" clId="{AD227A45-278E-4DD4-952F-2C2F8E149F38}" dt="2026-05-28T08:29:52.572" v="1731" actId="22"/>
        <pc:sldMkLst>
          <pc:docMk/>
          <pc:sldMk cId="2591408183" sldId="276"/>
        </pc:sldMkLst>
        <pc:spChg chg="add mod">
          <ac:chgData name="NAWAWI Shu" userId="317110da-9576-41f3-834a-01f1f1ed47c9" providerId="ADAL" clId="{AD227A45-278E-4DD4-952F-2C2F8E149F38}" dt="2026-05-28T08:22:56.698" v="1729"/>
          <ac:spMkLst>
            <pc:docMk/>
            <pc:sldMk cId="2591408183" sldId="276"/>
            <ac:spMk id="5" creationId="{83A3EC83-CD26-EC05-CD5E-917A71786180}"/>
          </ac:spMkLst>
        </pc:spChg>
        <pc:picChg chg="add mod">
          <ac:chgData name="NAWAWI Shu" userId="317110da-9576-41f3-834a-01f1f1ed47c9" providerId="ADAL" clId="{AD227A45-278E-4DD4-952F-2C2F8E149F38}" dt="2026-05-27T12:45:15.905" v="1085" actId="1076"/>
          <ac:picMkLst>
            <pc:docMk/>
            <pc:sldMk cId="2591408183" sldId="276"/>
            <ac:picMk id="3" creationId="{86F87AF6-9F08-8240-5330-E75177F813B8}"/>
          </ac:picMkLst>
        </pc:picChg>
      </pc:sldChg>
      <pc:sldChg chg="addSp modSp new mod">
        <pc:chgData name="NAWAWI Shu" userId="317110da-9576-41f3-834a-01f1f1ed47c9" providerId="ADAL" clId="{AD227A45-278E-4DD4-952F-2C2F8E149F38}" dt="2026-05-28T09:21:14.826" v="2357" actId="13926"/>
        <pc:sldMkLst>
          <pc:docMk/>
          <pc:sldMk cId="3512811772" sldId="277"/>
        </pc:sldMkLst>
        <pc:spChg chg="add mod">
          <ac:chgData name="NAWAWI Shu" userId="317110da-9576-41f3-834a-01f1f1ed47c9" providerId="ADAL" clId="{AD227A45-278E-4DD4-952F-2C2F8E149F38}" dt="2026-05-28T09:21:14.826" v="2357" actId="13926"/>
          <ac:spMkLst>
            <pc:docMk/>
            <pc:sldMk cId="3512811772" sldId="277"/>
            <ac:spMk id="4" creationId="{684A27BE-685E-541A-AD07-D195A9E5390B}"/>
          </ac:spMkLst>
        </pc:spChg>
      </pc:sldChg>
      <pc:sldChg chg="addSp delSp modSp new mod">
        <pc:chgData name="NAWAWI Shu" userId="317110da-9576-41f3-834a-01f1f1ed47c9" providerId="ADAL" clId="{AD227A45-278E-4DD4-952F-2C2F8E149F38}" dt="2026-05-28T09:13:20.682" v="2356" actId="1076"/>
        <pc:sldMkLst>
          <pc:docMk/>
          <pc:sldMk cId="1927538039" sldId="278"/>
        </pc:sldMkLst>
        <pc:spChg chg="add mod">
          <ac:chgData name="NAWAWI Shu" userId="317110da-9576-41f3-834a-01f1f1ed47c9" providerId="ADAL" clId="{AD227A45-278E-4DD4-952F-2C2F8E149F38}" dt="2026-05-28T09:02:21.260" v="2278" actId="20577"/>
          <ac:spMkLst>
            <pc:docMk/>
            <pc:sldMk cId="1927538039" sldId="278"/>
            <ac:spMk id="7" creationId="{C51B5F2E-44F1-1989-0E79-B84093647C33}"/>
          </ac:spMkLst>
        </pc:spChg>
        <pc:spChg chg="add mod">
          <ac:chgData name="NAWAWI Shu" userId="317110da-9576-41f3-834a-01f1f1ed47c9" providerId="ADAL" clId="{AD227A45-278E-4DD4-952F-2C2F8E149F38}" dt="2026-05-28T08:55:55.205" v="2196" actId="1035"/>
          <ac:spMkLst>
            <pc:docMk/>
            <pc:sldMk cId="1927538039" sldId="278"/>
            <ac:spMk id="8" creationId="{6618E7EC-1291-B638-4399-800C4DEDB223}"/>
          </ac:spMkLst>
        </pc:spChg>
        <pc:spChg chg="add mod">
          <ac:chgData name="NAWAWI Shu" userId="317110da-9576-41f3-834a-01f1f1ed47c9" providerId="ADAL" clId="{AD227A45-278E-4DD4-952F-2C2F8E149F38}" dt="2026-05-28T08:55:55.205" v="2196" actId="1035"/>
          <ac:spMkLst>
            <pc:docMk/>
            <pc:sldMk cId="1927538039" sldId="278"/>
            <ac:spMk id="9" creationId="{7454D146-2661-46B1-930C-DDC3F6446ADE}"/>
          </ac:spMkLst>
        </pc:spChg>
        <pc:spChg chg="add mod">
          <ac:chgData name="NAWAWI Shu" userId="317110da-9576-41f3-834a-01f1f1ed47c9" providerId="ADAL" clId="{AD227A45-278E-4DD4-952F-2C2F8E149F38}" dt="2026-05-28T08:55:55.205" v="2196" actId="1035"/>
          <ac:spMkLst>
            <pc:docMk/>
            <pc:sldMk cId="1927538039" sldId="278"/>
            <ac:spMk id="13" creationId="{86B57A07-E260-4396-A575-3A6788389E9A}"/>
          </ac:spMkLst>
        </pc:spChg>
        <pc:spChg chg="add mod">
          <ac:chgData name="NAWAWI Shu" userId="317110da-9576-41f3-834a-01f1f1ed47c9" providerId="ADAL" clId="{AD227A45-278E-4DD4-952F-2C2F8E149F38}" dt="2026-05-28T08:58:16.958" v="2259" actId="20577"/>
          <ac:spMkLst>
            <pc:docMk/>
            <pc:sldMk cId="1927538039" sldId="278"/>
            <ac:spMk id="14" creationId="{E6769C15-6970-F168-9483-3FB505B03EC0}"/>
          </ac:spMkLst>
        </pc:spChg>
        <pc:spChg chg="add mod">
          <ac:chgData name="NAWAWI Shu" userId="317110da-9576-41f3-834a-01f1f1ed47c9" providerId="ADAL" clId="{AD227A45-278E-4DD4-952F-2C2F8E149F38}" dt="2026-05-28T09:13:20.682" v="2356" actId="1076"/>
          <ac:spMkLst>
            <pc:docMk/>
            <pc:sldMk cId="1927538039" sldId="278"/>
            <ac:spMk id="19" creationId="{9B5670BD-AD04-7697-6042-1EE8110E39A2}"/>
          </ac:spMkLst>
        </pc:spChg>
        <pc:cxnChg chg="add mod">
          <ac:chgData name="NAWAWI Shu" userId="317110da-9576-41f3-834a-01f1f1ed47c9" providerId="ADAL" clId="{AD227A45-278E-4DD4-952F-2C2F8E149F38}" dt="2026-05-28T08:55:55.205" v="2196" actId="1035"/>
          <ac:cxnSpMkLst>
            <pc:docMk/>
            <pc:sldMk cId="1927538039" sldId="278"/>
            <ac:cxnSpMk id="11" creationId="{8AAD1D75-DEED-1455-01C4-D17D6C20B5A0}"/>
          </ac:cxnSpMkLst>
        </pc:cxnChg>
        <pc:cxnChg chg="add mod">
          <ac:chgData name="NAWAWI Shu" userId="317110da-9576-41f3-834a-01f1f1ed47c9" providerId="ADAL" clId="{AD227A45-278E-4DD4-952F-2C2F8E149F38}" dt="2026-05-28T08:55:55.205" v="2196" actId="1035"/>
          <ac:cxnSpMkLst>
            <pc:docMk/>
            <pc:sldMk cId="1927538039" sldId="278"/>
            <ac:cxnSpMk id="15" creationId="{B4C40858-79DA-A45C-A047-D87C4FB983C8}"/>
          </ac:cxnSpMkLst>
        </pc:cxnChg>
      </pc:sldChg>
      <pc:sldChg chg="addSp delSp modSp new mod">
        <pc:chgData name="NAWAWI Shu" userId="317110da-9576-41f3-834a-01f1f1ed47c9" providerId="ADAL" clId="{AD227A45-278E-4DD4-952F-2C2F8E149F38}" dt="2026-05-28T11:51:04.970" v="2381" actId="113"/>
        <pc:sldMkLst>
          <pc:docMk/>
          <pc:sldMk cId="1133217217" sldId="279"/>
        </pc:sldMkLst>
        <pc:spChg chg="add mod">
          <ac:chgData name="NAWAWI Shu" userId="317110da-9576-41f3-834a-01f1f1ed47c9" providerId="ADAL" clId="{AD227A45-278E-4DD4-952F-2C2F8E149F38}" dt="2026-05-28T11:51:04.970" v="2381" actId="113"/>
          <ac:spMkLst>
            <pc:docMk/>
            <pc:sldMk cId="1133217217" sldId="279"/>
            <ac:spMk id="6" creationId="{4DD11B00-7258-B976-0ADF-39A6A811E428}"/>
          </ac:spMkLst>
        </pc:spChg>
        <pc:picChg chg="add mod">
          <ac:chgData name="NAWAWI Shu" userId="317110da-9576-41f3-834a-01f1f1ed47c9" providerId="ADAL" clId="{AD227A45-278E-4DD4-952F-2C2F8E149F38}" dt="2026-05-28T11:50:47.825" v="2366" actId="1076"/>
          <ac:picMkLst>
            <pc:docMk/>
            <pc:sldMk cId="1133217217" sldId="279"/>
            <ac:picMk id="5" creationId="{D82B874E-80C7-67CC-F8B7-B83262C4E4A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6FA4-B867-3DD8-F79A-42A4DA040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F82E2-503A-C069-45C7-78943C8A7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9E8D1-945C-60B6-2073-9E42E90BC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9D37-0187-499D-B68E-C5B19124533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36FB0-7446-FE47-6A80-D78E6AADE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A7570-F091-280C-C121-11195FEE9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C144-36CA-45C7-B778-5E8DF5F54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467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F59FD-C4D5-57EF-83B9-B93170553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B0081-9EBB-1E1A-DE1D-FC0645621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6C0AE-8E9F-34A1-1E2B-8FD62DD35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9D37-0187-499D-B68E-C5B19124533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FF280-7989-B591-6714-8BACE6677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DD655-D2BD-881D-4FC6-F1C5FD318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C144-36CA-45C7-B778-5E8DF5F54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511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1D1FD-2D5D-BAA2-A86C-D03CC9162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42DFD-BE47-C0CF-4E81-7259EC823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0FE-0ECE-5BB3-A4E5-0C17ED940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9D37-0187-499D-B68E-C5B19124533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2329A-7ACE-287F-B00C-ADCDE7E86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0F03B-3864-F845-2686-BC181363F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C144-36CA-45C7-B778-5E8DF5F54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96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03D94-658B-6E9E-981C-929D7D82E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058A2-3FCB-5F5E-80E0-C2636C7F4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6E4E23-D4D7-B6CE-A209-40BA2C86F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075202-7710-93C9-1B66-C16EEC099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9D37-0187-499D-B68E-C5B19124533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BBCC4-024B-9662-386D-322407F2C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752A3-B4C8-DB90-471B-FF11CD897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C144-36CA-45C7-B778-5E8DF5F54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71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18AB2-2D4E-6FCF-DD97-E9CA242D1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0E12A-366A-1DE2-4E53-B31540410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26265-3A5D-B649-EC82-828EC7692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DACB3F-4C66-3D67-6642-22FC38DD0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3D75FF-DFDC-B212-B5C8-5E7200FC0E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B13615-580F-4C7C-9DF0-2F20F0662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9D37-0187-499D-B68E-C5B19124533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439F77-7FCC-EB8A-485C-83189A052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782EFE-CF00-143D-CFCB-64BF34286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C144-36CA-45C7-B778-5E8DF5F54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19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47A32-F9A8-D4B9-9FAA-ACA6F1EE2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6FC466-6B3C-A029-DD0E-E8F830C1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9D37-0187-499D-B68E-C5B19124533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120AE-CB7A-14A1-9652-EAAD4B23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569EEA-47B4-8887-A664-E7C5D1C97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C144-36CA-45C7-B778-5E8DF5F54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69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7E1666-4B7F-764E-5EAC-81E4BEE02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9D37-0187-499D-B68E-C5B19124533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ADB8A5-811B-33C9-4E74-6E81F435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C633D-E74A-0A8E-2BCD-200F23393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C144-36CA-45C7-B778-5E8DF5F54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791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0FB62-E459-5644-119F-F017BE9AD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376AA-1147-50D5-1213-C8602EB5F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9366C-41E1-9144-4DB6-76E568866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478BF-1D3F-192A-499E-782C67542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9D37-0187-499D-B68E-C5B19124533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5AD769-6ECD-8917-9FBC-FB0C2FF93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33916-C845-A598-8E25-9BE40561F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C144-36CA-45C7-B778-5E8DF5F54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51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CC30F-8487-D923-4E4C-6B2C1C60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AB092C-433C-DADE-C1A6-46CDEE9A1D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E0A8A5-3D9C-8F7C-D812-5403F381A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311AA-2485-082F-7E3D-5381BEFF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9D37-0187-499D-B68E-C5B19124533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34E16-280C-75DD-804E-0C195FABB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BBF59-9B00-9AD2-DF49-15AC63CB3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C144-36CA-45C7-B778-5E8DF5F54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53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6F0CF-D6D1-9D58-7D1C-9A75B224A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61867-1A85-8792-9ED5-94454A343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140B2-3DA9-D9D9-F6D1-18D45D1A6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9D37-0187-499D-B68E-C5B19124533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008FE-AE4A-9954-45B5-68DD8CC4C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A2D1D-DD72-6530-098D-5D7EB48E3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C144-36CA-45C7-B778-5E8DF5F54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61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C7935F-82AB-2813-1E8E-DB75DCD469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F6BC63-D77B-E81E-5C99-C6CA75A6C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DE336-609F-564A-5EEC-72EE918C6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9D37-0187-499D-B68E-C5B19124533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6952A-1ACC-A174-E370-06F02A234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E9CD6-1D57-BA1E-9E61-21E3FFF9A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C144-36CA-45C7-B778-5E8DF5F54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60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773938-53CC-F189-C30D-90DD5F566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75DCC-421C-D242-9A13-5B3A17D4C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08EB4-189C-CF13-1139-390193722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F19D37-0187-499D-B68E-C5B19124533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17C83-1A8E-ABFE-3ED4-7EA817C34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21FFB-958A-D175-131F-3AF857907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78C144-36CA-45C7-B778-5E8DF5F54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71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pii/S037877882600280X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2352710222017028?via%3Dihub" TargetMode="External"/><Relationship Id="rId2" Type="http://schemas.openxmlformats.org/officeDocument/2006/relationships/hyperlink" Target="https://www.sciencedirect.com/science/article/pii/S037877882600280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nk.springer.com/article/10.1007/s11367-011-0363-x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75EF2-B07F-5E5C-D3BA-11440C17B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27/05 action items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C0B199-E41B-767F-7AD8-D97A6AA3C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904445"/>
              </p:ext>
            </p:extLst>
          </p:nvPr>
        </p:nvGraphicFramePr>
        <p:xfrm>
          <a:off x="838200" y="1945640"/>
          <a:ext cx="9723120" cy="422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298">
                  <a:extLst>
                    <a:ext uri="{9D8B030D-6E8A-4147-A177-3AD203B41FA5}">
                      <a16:colId xmlns:a16="http://schemas.microsoft.com/office/drawing/2014/main" val="898083411"/>
                    </a:ext>
                  </a:extLst>
                </a:gridCol>
                <a:gridCol w="5187870">
                  <a:extLst>
                    <a:ext uri="{9D8B030D-6E8A-4147-A177-3AD203B41FA5}">
                      <a16:colId xmlns:a16="http://schemas.microsoft.com/office/drawing/2014/main" val="1564629544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1675618454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232485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Assigned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865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 res SFH/MFH share for EU countries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16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 commercial data for EU countries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 hold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722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 res floorspace reduction for EU countries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based on Mira’s survey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39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Literature search for </a:t>
                      </a:r>
                      <a:r>
                        <a:rPr lang="en-US" dirty="0" err="1"/>
                        <a:t>Slow_r</a:t>
                      </a:r>
                      <a:r>
                        <a:rPr lang="en-US" dirty="0"/>
                        <a:t> assumption</a:t>
                      </a:r>
                    </a:p>
                    <a:p>
                      <a:r>
                        <a:rPr lang="en-US" dirty="0">
                          <a:hlinkClick r:id="rId2"/>
                        </a:rPr>
                        <a:t>https://www.sciencedirect.com/science/article/pii/S037877882600280X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SN &amp;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542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 building lifetime values by EU country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 to share data (DONE)</a:t>
                      </a:r>
                    </a:p>
                    <a:p>
                      <a:r>
                        <a:rPr lang="en-US" dirty="0"/>
                        <a:t>SN to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46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Vacant buildings 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SN to deep dive and 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 (resid)</a:t>
                      </a:r>
                    </a:p>
                    <a:p>
                      <a:r>
                        <a:rPr lang="en-US"/>
                        <a:t>IP (comm)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922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116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F87AF6-9F08-8240-5330-E75177F81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92" y="365943"/>
            <a:ext cx="11837008" cy="34482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A3EC83-CD26-EC05-CD5E-917A71786180}"/>
              </a:ext>
            </a:extLst>
          </p:cNvPr>
          <p:cNvSpPr txBox="1"/>
          <p:nvPr/>
        </p:nvSpPr>
        <p:spPr>
          <a:xfrm>
            <a:off x="595745" y="4142509"/>
            <a:ext cx="10183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Checked whether vacancy reuse causes negative new construction. No negative floor_new_Mm2 values were found in the 2020–2030 SSP2_vacant test run.</a:t>
            </a:r>
          </a:p>
        </p:txBody>
      </p:sp>
    </p:spTree>
    <p:extLst>
      <p:ext uri="{BB962C8B-B14F-4D97-AF65-F5344CB8AC3E}">
        <p14:creationId xmlns:p14="http://schemas.microsoft.com/office/powerpoint/2010/main" val="259140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1B5F2E-44F1-1989-0E79-B84093647C33}"/>
                  </a:ext>
                </a:extLst>
              </p:cNvPr>
              <p:cNvSpPr txBox="1"/>
              <p:nvPr/>
            </p:nvSpPr>
            <p:spPr>
              <a:xfrm>
                <a:off x="55418" y="197346"/>
                <a:ext cx="12081164" cy="5632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Variables: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	= </a:t>
                </a:r>
                <a:r>
                  <a:rPr lang="en-US" b="1" dirty="0"/>
                  <a:t>available vacant stock</a:t>
                </a:r>
                <a:r>
                  <a:rPr lang="en-US" dirty="0"/>
                  <a:t> (vacant + newly empty stock available for reuse) 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	= vacant building stock at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	= reoccupied stock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	= newly empty buildings during timestep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Parameters (exogenous):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	= reoccupation/reuse rate of vacant buildings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b="1" dirty="0"/>
                  <a:t>Step 1: Available vacant stock at time </a:t>
                </a:r>
                <a:r>
                  <a:rPr lang="en-US" b="1" i="1" dirty="0"/>
                  <a:t>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en-US" b="1" dirty="0"/>
              </a:p>
              <a:p>
                <a:pPr>
                  <a:buNone/>
                </a:pPr>
                <a:r>
                  <a:rPr lang="en-US" b="1" dirty="0"/>
                  <a:t>Step 2: Reoccupied stock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b="1" dirty="0"/>
                  <a:t>Step 3: Remaining vacant stock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Some algebra: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1B5F2E-44F1-1989-0E79-B84093647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8" y="197346"/>
                <a:ext cx="12081164" cy="5632311"/>
              </a:xfrm>
              <a:prstGeom prst="rect">
                <a:avLst/>
              </a:prstGeom>
              <a:blipFill>
                <a:blip r:embed="rId2"/>
                <a:stretch>
                  <a:fillRect l="-404" t="-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6618E7EC-1291-B638-4399-800C4DEDB223}"/>
              </a:ext>
            </a:extLst>
          </p:cNvPr>
          <p:cNvSpPr/>
          <p:nvPr/>
        </p:nvSpPr>
        <p:spPr>
          <a:xfrm>
            <a:off x="5805055" y="2978729"/>
            <a:ext cx="554181" cy="36021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54D146-2661-46B1-930C-DDC3F6446ADE}"/>
              </a:ext>
            </a:extLst>
          </p:cNvPr>
          <p:cNvSpPr txBox="1"/>
          <p:nvPr/>
        </p:nvSpPr>
        <p:spPr>
          <a:xfrm>
            <a:off x="7093526" y="1995056"/>
            <a:ext cx="4627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V</a:t>
            </a:r>
            <a:r>
              <a:rPr lang="en-US" i="1" baseline="-25000" dirty="0">
                <a:solidFill>
                  <a:srgbClr val="C00000"/>
                </a:solidFill>
              </a:rPr>
              <a:t>0  </a:t>
            </a:r>
            <a:r>
              <a:rPr lang="en-US" dirty="0">
                <a:solidFill>
                  <a:srgbClr val="C00000"/>
                </a:solidFill>
              </a:rPr>
              <a:t>: initialized from the vacant base-stock input data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AAD1D75-DEED-1455-01C4-D17D6C20B5A0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6359236" y="2318222"/>
            <a:ext cx="734290" cy="52196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6B57A07-E260-4396-A575-3A6788389E9A}"/>
              </a:ext>
            </a:extLst>
          </p:cNvPr>
          <p:cNvSpPr/>
          <p:nvPr/>
        </p:nvSpPr>
        <p:spPr>
          <a:xfrm>
            <a:off x="6539345" y="2964553"/>
            <a:ext cx="415637" cy="360218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769C15-6970-F168-9483-3FB505B03EC0}"/>
              </a:ext>
            </a:extLst>
          </p:cNvPr>
          <p:cNvSpPr txBox="1"/>
          <p:nvPr/>
        </p:nvSpPr>
        <p:spPr>
          <a:xfrm>
            <a:off x="7620000" y="2641387"/>
            <a:ext cx="46274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3"/>
                </a:solidFill>
              </a:rPr>
              <a:t>E</a:t>
            </a:r>
            <a:r>
              <a:rPr lang="en-US" i="1" baseline="-25000" dirty="0">
                <a:solidFill>
                  <a:schemeClr val="accent3"/>
                </a:solidFill>
              </a:rPr>
              <a:t>t  </a:t>
            </a:r>
            <a:r>
              <a:rPr lang="en-US" dirty="0">
                <a:solidFill>
                  <a:schemeClr val="accent3"/>
                </a:solidFill>
              </a:rPr>
              <a:t>: newly empty stock from STURM stock-balance dynamics (e.g., due to population decline, household-size change, slower demolition)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4C40858-79DA-A45C-A047-D87C4FB983C8}"/>
              </a:ext>
            </a:extLst>
          </p:cNvPr>
          <p:cNvCxnSpPr>
            <a:cxnSpLocks/>
          </p:cNvCxnSpPr>
          <p:nvPr/>
        </p:nvCxnSpPr>
        <p:spPr>
          <a:xfrm flipH="1" flipV="1">
            <a:off x="7024254" y="3158838"/>
            <a:ext cx="595746" cy="1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B5670BD-AD04-7697-6042-1EE8110E39A2}"/>
              </a:ext>
            </a:extLst>
          </p:cNvPr>
          <p:cNvSpPr txBox="1"/>
          <p:nvPr/>
        </p:nvSpPr>
        <p:spPr>
          <a:xfrm>
            <a:off x="7813964" y="4721662"/>
            <a:ext cx="4239490" cy="175432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In F06: </a:t>
            </a:r>
            <a:r>
              <a:rPr lang="en-US" dirty="0"/>
              <a:t>Reuse of vacant buildings cannot exceed new construction demand</a:t>
            </a:r>
          </a:p>
          <a:p>
            <a:br>
              <a:rPr lang="en-US" dirty="0"/>
            </a:br>
            <a:r>
              <a:rPr lang="pt-BR" dirty="0"/>
              <a:t>n_reocc_upd = pmin(n_reocc, n_new)</a:t>
            </a:r>
          </a:p>
          <a:p>
            <a:endParaRPr lang="pt-BR" dirty="0"/>
          </a:p>
          <a:p>
            <a:r>
              <a:rPr lang="pt-BR" dirty="0">
                <a:highlight>
                  <a:srgbClr val="FFFF00"/>
                </a:highlight>
              </a:rPr>
              <a:t>So can never have –ve new construction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27538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2B874E-80C7-67CC-F8B7-B83262C4E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08" y="875237"/>
            <a:ext cx="6325483" cy="58967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D11B00-7258-B976-0ADF-39A6A811E428}"/>
              </a:ext>
            </a:extLst>
          </p:cNvPr>
          <p:cNvSpPr txBox="1"/>
          <p:nvPr/>
        </p:nvSpPr>
        <p:spPr>
          <a:xfrm>
            <a:off x="170808" y="134754"/>
            <a:ext cx="5123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F10 debug</a:t>
            </a:r>
          </a:p>
        </p:txBody>
      </p:sp>
    </p:spTree>
    <p:extLst>
      <p:ext uri="{BB962C8B-B14F-4D97-AF65-F5344CB8AC3E}">
        <p14:creationId xmlns:p14="http://schemas.microsoft.com/office/powerpoint/2010/main" val="1133217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4A27BE-685E-541A-AD07-D195A9E5390B}"/>
              </a:ext>
            </a:extLst>
          </p:cNvPr>
          <p:cNvSpPr txBox="1"/>
          <p:nvPr/>
        </p:nvSpPr>
        <p:spPr>
          <a:xfrm>
            <a:off x="337456" y="604361"/>
            <a:ext cx="1012327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Stock abandoned -&gt; original STURM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00FF00"/>
                </a:highlight>
              </a:rPr>
              <a:t>Sum of the occupied buildings (don’t want negative new </a:t>
            </a:r>
            <a:r>
              <a:rPr lang="en-US" dirty="0" err="1">
                <a:highlight>
                  <a:srgbClr val="00FF00"/>
                </a:highlight>
              </a:rPr>
              <a:t>consturciton</a:t>
            </a:r>
            <a:r>
              <a:rPr lang="en-US" dirty="0">
                <a:highlight>
                  <a:srgbClr val="00FF00"/>
                </a:highlight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F02 (initialization):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Mode vacant (yes/no)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Stock of vacant in base year (total vacant in base year)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sfh</a:t>
            </a:r>
            <a:r>
              <a:rPr lang="en-US" dirty="0"/>
              <a:t>/</a:t>
            </a:r>
            <a:r>
              <a:rPr lang="en-US" dirty="0" err="1"/>
              <a:t>mfh</a:t>
            </a:r>
            <a:r>
              <a:rPr lang="en-US" dirty="0"/>
              <a:t>, period of construction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F06 (): </a:t>
            </a:r>
            <a:r>
              <a:rPr lang="en-US" dirty="0"/>
              <a:t>the year in not include in gin building lifetime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Rate of reuse of vacant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 add check that the new construction be negative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00FF00"/>
                </a:highlight>
              </a:rPr>
              <a:t>Check if new – occupied building is positive or negative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Inputs (_vacant_):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Base_stock</a:t>
            </a:r>
            <a:r>
              <a:rPr lang="en-US" dirty="0"/>
              <a:t> (units or floorspace)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Sahre_vacant_occ_eneff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Eneff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r>
              <a:rPr lang="en-US" dirty="0"/>
              <a:t>Bagging mode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F10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Letter d:  List to </a:t>
            </a:r>
            <a:r>
              <a:rPr lang="en-US" dirty="0" err="1"/>
              <a:t>dataframe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List2(env)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811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A9847-9ECC-1FCE-7BC8-D72BCD1F0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literatures on building lifetime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F073BA-C703-7502-07BF-483BFC0E3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195762"/>
              </p:ext>
            </p:extLst>
          </p:nvPr>
        </p:nvGraphicFramePr>
        <p:xfrm>
          <a:off x="1049528" y="1816946"/>
          <a:ext cx="10092943" cy="37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0672">
                  <a:extLst>
                    <a:ext uri="{9D8B030D-6E8A-4147-A177-3AD203B41FA5}">
                      <a16:colId xmlns:a16="http://schemas.microsoft.com/office/drawing/2014/main" val="148725838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597497806"/>
                    </a:ext>
                  </a:extLst>
                </a:gridCol>
                <a:gridCol w="1421384">
                  <a:extLst>
                    <a:ext uri="{9D8B030D-6E8A-4147-A177-3AD203B41FA5}">
                      <a16:colId xmlns:a16="http://schemas.microsoft.com/office/drawing/2014/main" val="3908423427"/>
                    </a:ext>
                  </a:extLst>
                </a:gridCol>
                <a:gridCol w="1669287">
                  <a:extLst>
                    <a:ext uri="{9D8B030D-6E8A-4147-A177-3AD203B41FA5}">
                      <a16:colId xmlns:a16="http://schemas.microsoft.com/office/drawing/2014/main" val="3958971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801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Kayo, C., Sanjo, K., Tanikawa, H., Komata, H., Maekawa, Y., &amp;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Tonosaki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M. (2026). Long-term changes in the lifespan of buildings at the national level: A case study in Japan.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Energy and Buildings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117220.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353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Andersen, R., &amp; Negendahl, K. (2023). Lifespan prediction of existing building typologies.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Journal of Building Engineering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105696.</a:t>
                      </a:r>
                      <a:endParaRPr lang="en-US" dirty="0">
                        <a:hlinkClick r:id="rId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Denmark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904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Aktas, C. B., &amp;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Bilec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M. M. (2012). Impact of lifetime on US residential building LCA results.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The International Journal of Life Cycle Assessment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(3), 337-349.</a:t>
                      </a:r>
                      <a:endParaRPr lang="en-US" dirty="0">
                        <a:hlinkClick r:id="rId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U.S.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638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086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3937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81962-2110-1186-C26E-6069985A0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8629C9-41D8-C557-04AD-1329A894BC82}"/>
              </a:ext>
            </a:extLst>
          </p:cNvPr>
          <p:cNvSpPr txBox="1"/>
          <p:nvPr/>
        </p:nvSpPr>
        <p:spPr>
          <a:xfrm>
            <a:off x="838200" y="1981123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Half-life: </a:t>
            </a:r>
            <a:r>
              <a:rPr lang="en-US" dirty="0"/>
              <a:t>defined as the number of </a:t>
            </a:r>
            <a:r>
              <a:rPr lang="en-US" b="1" dirty="0"/>
              <a:t>elapsed years at which the survival rate reaches 50%</a:t>
            </a:r>
          </a:p>
          <a:p>
            <a:endParaRPr lang="en-US" b="1" dirty="0"/>
          </a:p>
          <a:p>
            <a:r>
              <a:rPr lang="en-US" b="1" dirty="0"/>
              <a:t>Wooden: </a:t>
            </a:r>
            <a:r>
              <a:rPr lang="en-US" dirty="0"/>
              <a:t>half-life went from 35 years (1991) → 50 years (2021) = +15 years = +43%</a:t>
            </a:r>
          </a:p>
          <a:p>
            <a:r>
              <a:rPr lang="en-US" b="1" dirty="0"/>
              <a:t>Non-wooden: </a:t>
            </a:r>
            <a:r>
              <a:rPr lang="en-US" dirty="0"/>
              <a:t>half-life went from 36 years (1991) → 52 years (2021) = +16 years = +44%</a:t>
            </a:r>
          </a:p>
        </p:txBody>
      </p:sp>
    </p:spTree>
    <p:extLst>
      <p:ext uri="{BB962C8B-B14F-4D97-AF65-F5344CB8AC3E}">
        <p14:creationId xmlns:p14="http://schemas.microsoft.com/office/powerpoint/2010/main" val="2732998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4DE9A-4958-58D9-A614-A88389549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Slow scenarios assumptions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328500-FBC7-AE85-9344-FA19B62A203B}"/>
              </a:ext>
            </a:extLst>
          </p:cNvPr>
          <p:cNvSpPr txBox="1"/>
          <p:nvPr/>
        </p:nvSpPr>
        <p:spPr>
          <a:xfrm>
            <a:off x="914400" y="2136339"/>
            <a:ext cx="10439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Reference:</a:t>
            </a:r>
            <a:r>
              <a:rPr lang="en-US" dirty="0"/>
              <a:t> All future buildings have the same lifetime as the 2020 stock (</a:t>
            </a:r>
            <a:r>
              <a:rPr lang="en-US" dirty="0" err="1"/>
              <a:t>i.e</a:t>
            </a:r>
            <a:r>
              <a:rPr lang="en-US" dirty="0"/>
              <a:t>, a "frozen lifetime“)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 err="1"/>
              <a:t>Slow_r</a:t>
            </a:r>
            <a:r>
              <a:rPr lang="en-US" b="1" dirty="0"/>
              <a:t>:</a:t>
            </a:r>
            <a:r>
              <a:rPr lang="en-US" dirty="0"/>
              <a:t> Future buildings progressively extend their lifetime at the </a:t>
            </a:r>
            <a:r>
              <a:rPr lang="en-US" b="1" dirty="0"/>
              <a:t>historically observed rate</a:t>
            </a:r>
            <a:r>
              <a:rPr lang="en-US" dirty="0"/>
              <a:t>. From literature.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 err="1"/>
              <a:t>Slow_tp</a:t>
            </a:r>
            <a:r>
              <a:rPr lang="en-US" b="1" dirty="0"/>
              <a:t>:</a:t>
            </a:r>
            <a:r>
              <a:rPr lang="en-US" dirty="0"/>
              <a:t> A much more ambitious acceleration beyond historical trends, matching Japan's unconstrained extrapolation to 2050 (~+90%).</a:t>
            </a:r>
          </a:p>
        </p:txBody>
      </p:sp>
    </p:spTree>
    <p:extLst>
      <p:ext uri="{BB962C8B-B14F-4D97-AF65-F5344CB8AC3E}">
        <p14:creationId xmlns:p14="http://schemas.microsoft.com/office/powerpoint/2010/main" val="3167519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1112E-4443-4D50-3C75-876F9FFE5A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Global Circular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EE5A5-64AC-4952-4F68-60F6267D44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26 May 2026</a:t>
            </a:r>
          </a:p>
        </p:txBody>
      </p:sp>
    </p:spTree>
    <p:extLst>
      <p:ext uri="{BB962C8B-B14F-4D97-AF65-F5344CB8AC3E}">
        <p14:creationId xmlns:p14="http://schemas.microsoft.com/office/powerpoint/2010/main" val="1104391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FBD4-1B32-AA18-630C-A2A9D85D3F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Residential</a:t>
            </a:r>
          </a:p>
        </p:txBody>
      </p:sp>
    </p:spTree>
    <p:extLst>
      <p:ext uri="{BB962C8B-B14F-4D97-AF65-F5344CB8AC3E}">
        <p14:creationId xmlns:p14="http://schemas.microsoft.com/office/powerpoint/2010/main" val="1487531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79E808-4308-9865-D913-3941258E9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54" y="0"/>
            <a:ext cx="1077685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1E837E-51A1-E2F6-643C-E418E602D631}"/>
              </a:ext>
            </a:extLst>
          </p:cNvPr>
          <p:cNvSpPr txBox="1"/>
          <p:nvPr/>
        </p:nvSpPr>
        <p:spPr>
          <a:xfrm>
            <a:off x="3840480" y="2417354"/>
            <a:ext cx="7598664" cy="230832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Floorspace trajectories are exclusively driven by demand-side strategies </a:t>
            </a:r>
            <a:r>
              <a:rPr lang="en-US" b="1"/>
              <a:t>(Narrow)</a:t>
            </a:r>
            <a:r>
              <a:rPr lang="en-US"/>
              <a:t>, specifically lower per-capita floorspace and higher MFH share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Close and Slow strategies are decoupled from floorspace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/>
              <a:t>Close </a:t>
            </a:r>
            <a:r>
              <a:rPr lang="en-US"/>
              <a:t>strategies have no effect on floorspace stock, as they only modify end-of-life material treatment,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/>
              <a:t>Slow</a:t>
            </a:r>
            <a:r>
              <a:rPr lang="en-US"/>
              <a:t> strategies, while designed to reduce building turnover through extended lifetimes, show negligible impact on global floorspace trajectories by 2100.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9E666-B59C-0A83-1592-325E3EB4BAEC}"/>
              </a:ext>
            </a:extLst>
          </p:cNvPr>
          <p:cNvSpPr txBox="1"/>
          <p:nvPr/>
        </p:nvSpPr>
        <p:spPr>
          <a:xfrm>
            <a:off x="11064240" y="694944"/>
            <a:ext cx="749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355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282A18-12BF-2B3C-87D2-B9D57F35B1A0}"/>
              </a:ext>
            </a:extLst>
          </p:cNvPr>
          <p:cNvSpPr txBox="1"/>
          <p:nvPr/>
        </p:nvSpPr>
        <p:spPr>
          <a:xfrm>
            <a:off x="11064240" y="1186817"/>
            <a:ext cx="749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39A3F7-E4B4-F921-E14A-885523874D92}"/>
              </a:ext>
            </a:extLst>
          </p:cNvPr>
          <p:cNvSpPr txBox="1"/>
          <p:nvPr/>
        </p:nvSpPr>
        <p:spPr>
          <a:xfrm>
            <a:off x="11064240" y="1494024"/>
            <a:ext cx="749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293</a:t>
            </a:r>
          </a:p>
        </p:txBody>
      </p:sp>
    </p:spTree>
    <p:extLst>
      <p:ext uri="{BB962C8B-B14F-4D97-AF65-F5344CB8AC3E}">
        <p14:creationId xmlns:p14="http://schemas.microsoft.com/office/powerpoint/2010/main" val="4229932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91D143-E6A3-3631-C2AC-E247CDB857BC}"/>
              </a:ext>
            </a:extLst>
          </p:cNvPr>
          <p:cNvSpPr txBox="1"/>
          <p:nvPr/>
        </p:nvSpPr>
        <p:spPr>
          <a:xfrm>
            <a:off x="902208" y="272803"/>
            <a:ext cx="10387584" cy="424731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b="0" i="0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# A </a:t>
            </a:r>
            <a:r>
              <a:rPr lang="en-US" b="0" i="0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tibble</a:t>
            </a:r>
            <a:r>
              <a:rPr lang="en-US" b="0" i="0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: 12 × 5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scenario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strategy_family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floor_billion_m2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diff_vs_R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pct_vs_R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b="0" i="1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fct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&gt;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&lt;chr&gt;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             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b="0" i="1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dbl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&gt;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b="0" i="1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dbl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&gt;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b="0" i="1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dbl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&gt;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1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R        Reference                   355.   0         0       </a:t>
            </a: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2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N_r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Narrow (_r)                 319.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35.8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10.1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</a:t>
            </a: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3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N_tp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Narrow (_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tp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)                293.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62.1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17.5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</a:t>
            </a: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4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S_r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Slow                        355.   0.001</a:t>
            </a:r>
            <a:r>
              <a:rPr lang="en-US" b="0" i="0" u="sng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05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0.000</a:t>
            </a:r>
            <a:r>
              <a:rPr lang="en-US" b="0" i="0" u="sng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297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5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S_tp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Slow                        355.   0.001</a:t>
            </a:r>
            <a:r>
              <a:rPr lang="en-US" b="0" i="0" u="sng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71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0.000</a:t>
            </a:r>
            <a:r>
              <a:rPr lang="en-US" b="0" i="0" u="sng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481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6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C_r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Close                       355.   0         0       </a:t>
            </a: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7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C_tp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Close                       355.   0         0       </a:t>
            </a: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8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A_r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Narrow (_r)                 319.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35.8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10.1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</a:t>
            </a: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9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A_tp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Narrow (_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tp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)                293.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62.1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17.5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</a:t>
            </a: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10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E_r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Narrow (_r)                 319.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35.8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10.1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</a:t>
            </a: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11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E_tp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Narrow (_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tp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)                293.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62.1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17.5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</a:t>
            </a: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12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LED     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LED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                293.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62.1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17.5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126A4C-DA6C-B9C3-2688-31BF118970A4}"/>
              </a:ext>
            </a:extLst>
          </p:cNvPr>
          <p:cNvSpPr txBox="1"/>
          <p:nvPr/>
        </p:nvSpPr>
        <p:spPr>
          <a:xfrm>
            <a:off x="368046" y="5032039"/>
            <a:ext cx="109217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Close: </a:t>
            </a:r>
            <a:r>
              <a:rPr lang="en-US" b="1"/>
              <a:t>exactly 0% impact</a:t>
            </a:r>
            <a:r>
              <a:rPr lang="en-US"/>
              <a:t> on floorspace — fully decoupled by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Slow: </a:t>
            </a:r>
            <a:r>
              <a:rPr lang="en-US" b="1"/>
              <a:t>&lt;0.001% impact</a:t>
            </a:r>
            <a:r>
              <a:rPr lang="en-US"/>
              <a:t> on floorspace — negligible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Narrow (_r): </a:t>
            </a:r>
            <a:r>
              <a:rPr lang="en-US" b="1"/>
              <a:t>−10% reduction</a:t>
            </a:r>
            <a:r>
              <a:rPr lang="en-US"/>
              <a:t> in global residential floorspace by 2100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Narrow (_</a:t>
            </a:r>
            <a:r>
              <a:rPr lang="en-US" err="1"/>
              <a:t>tp</a:t>
            </a:r>
            <a:r>
              <a:rPr lang="en-US"/>
              <a:t>): </a:t>
            </a:r>
            <a:r>
              <a:rPr lang="en-US" b="1"/>
              <a:t>−17.5% reduction</a:t>
            </a:r>
            <a:r>
              <a:rPr lang="en-US"/>
              <a:t> in global residential floorspace by 2100</a:t>
            </a:r>
          </a:p>
        </p:txBody>
      </p:sp>
    </p:spTree>
    <p:extLst>
      <p:ext uri="{BB962C8B-B14F-4D97-AF65-F5344CB8AC3E}">
        <p14:creationId xmlns:p14="http://schemas.microsoft.com/office/powerpoint/2010/main" val="4228589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C573EB-4256-A2AC-DFC1-3545FA0EC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5" y="0"/>
            <a:ext cx="11144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949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8859C-F961-7C77-7AAA-15BFB575A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3F1476-4D91-2461-9750-BFBC936BD360}"/>
              </a:ext>
            </a:extLst>
          </p:cNvPr>
          <p:cNvSpPr txBox="1"/>
          <p:nvPr/>
        </p:nvSpPr>
        <p:spPr>
          <a:xfrm>
            <a:off x="368046" y="5032039"/>
            <a:ext cx="109217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Narrow strategies reduce floorspace by </a:t>
            </a:r>
            <a:r>
              <a:rPr lang="en-US" b="1"/>
              <a:t>20–24% in Global North </a:t>
            </a:r>
            <a:r>
              <a:rPr lang="en-US"/>
              <a:t>regions and </a:t>
            </a:r>
            <a:r>
              <a:rPr lang="en-US" b="1"/>
              <a:t>12–23% </a:t>
            </a:r>
            <a:r>
              <a:rPr lang="en-US"/>
              <a:t>in Global South regions by 2100.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0176DE-8903-7E87-5327-86F496161A0F}"/>
              </a:ext>
            </a:extLst>
          </p:cNvPr>
          <p:cNvSpPr txBox="1"/>
          <p:nvPr/>
        </p:nvSpPr>
        <p:spPr>
          <a:xfrm>
            <a:off x="165354" y="532627"/>
            <a:ext cx="11327130" cy="424731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b="0" i="0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# A </a:t>
            </a:r>
            <a:r>
              <a:rPr lang="en-US" b="0" i="0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tibble</a:t>
            </a:r>
            <a:r>
              <a:rPr lang="en-US" b="0" i="0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: 11 × 7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# Groups:   </a:t>
            </a:r>
            <a:r>
              <a:rPr lang="en-US" b="0" i="0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geo_group</a:t>
            </a:r>
            <a:r>
              <a:rPr lang="en-US" b="0" i="0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 [2]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region_gea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High   Mid   Low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geo_group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pct_mid_vs_high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pct_low_vs_high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&lt;chr&gt;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b="0" i="1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dbl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&gt;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b="0" i="1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dbl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&gt;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b="0" i="1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dbl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&gt;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&lt;chr&gt;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         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b="0" i="1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dbl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&gt;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  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b="0" i="1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dbl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&gt;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1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PAO         6.20  5.35  4.72 Global North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13.8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24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</a:t>
            </a: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2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NAM        29.6  25.7  22.8  Global North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13.3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22.9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3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EEU         3.45  3.02  2.72 Global North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12.6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21.1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4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WEU        22.8  20.3  18.3  Global North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11.2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20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</a:t>
            </a: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5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FSU        12.3  11.3  10.4  Global North 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7.7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15.2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6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AFR        98.3  81.8  76.2  Global South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16.8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22.5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7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LAC        18.0  15.6  14.3  Global South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13.1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20.3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8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CPA        46.5  42.3  39.7  Global South 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9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14.5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9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SAS        70.6  68.1  62.0  Global South 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3.5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12.1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10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PAS        19.1  18.4  16.8  Global South 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3.5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12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</a:t>
            </a: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11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MEA        28.5  27.6  25.2  Global South 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3.1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11.6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511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818004-6F60-C258-62CA-07F354BDE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14479E-1C70-9C24-DFEA-A310DCAC8CC7}"/>
              </a:ext>
            </a:extLst>
          </p:cNvPr>
          <p:cNvSpPr txBox="1"/>
          <p:nvPr/>
        </p:nvSpPr>
        <p:spPr>
          <a:xfrm>
            <a:off x="1082040" y="3760917"/>
            <a:ext cx="7074408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1400" b="0" i="0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# A </a:t>
            </a:r>
            <a:r>
              <a:rPr lang="en-US" sz="1400" b="0" i="0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tibble</a:t>
            </a:r>
            <a:r>
              <a:rPr lang="en-US" sz="1400" b="0" i="0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: 3 × 6 (can see the effects of Slow scenarios here)</a:t>
            </a:r>
            <a:endParaRPr lang="en-US" sz="1400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year scenario </a:t>
            </a:r>
            <a:r>
              <a:rPr lang="en-US" sz="1400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mat_demand_Mt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1400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mat_demand_Gt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1400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diff_vs_R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1400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pct_vs_R</a:t>
            </a:r>
            <a:endParaRPr lang="en-US" sz="1400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</a:t>
            </a:r>
            <a:r>
              <a:rPr lang="en-US" sz="1400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sz="1400" b="0" i="1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dbl</a:t>
            </a:r>
            <a:r>
              <a:rPr lang="en-US" sz="1400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&gt;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1400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sz="1400" b="0" i="1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fct</a:t>
            </a:r>
            <a:r>
              <a:rPr lang="en-US" sz="1400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&gt;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   </a:t>
            </a:r>
            <a:r>
              <a:rPr lang="en-US" sz="1400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sz="1400" b="0" i="1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dbl</a:t>
            </a:r>
            <a:r>
              <a:rPr lang="en-US" sz="1400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&gt;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</a:t>
            </a:r>
            <a:r>
              <a:rPr lang="en-US" sz="1400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sz="1400" b="0" i="1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dbl</a:t>
            </a:r>
            <a:r>
              <a:rPr lang="en-US" sz="1400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&gt;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</a:t>
            </a:r>
            <a:r>
              <a:rPr lang="en-US" sz="1400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sz="1400" b="0" i="1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dbl</a:t>
            </a:r>
            <a:r>
              <a:rPr lang="en-US" sz="1400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&gt;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</a:t>
            </a:r>
            <a:r>
              <a:rPr lang="en-US" sz="1400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sz="1400" b="0" i="1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dbl</a:t>
            </a:r>
            <a:r>
              <a:rPr lang="en-US" sz="1400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&gt;</a:t>
            </a:r>
            <a:endParaRPr lang="en-US" sz="1400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sz="1400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</a:t>
            </a:r>
            <a:r>
              <a:rPr lang="en-US" sz="1400" b="0" i="0" u="sng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2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100 R                </a:t>
            </a:r>
            <a:r>
              <a:rPr lang="en-US" sz="1400" b="0" i="0" u="sng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4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257.          4.26     0          0  </a:t>
            </a:r>
          </a:p>
          <a:p>
            <a:pPr algn="l" latinLnBrk="1">
              <a:buNone/>
            </a:pPr>
            <a:r>
              <a:rPr lang="en-US" sz="1400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2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</a:t>
            </a:r>
            <a:r>
              <a:rPr lang="en-US" sz="1400" b="0" i="0" u="sng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2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100 </a:t>
            </a:r>
            <a:r>
              <a:rPr lang="en-US" sz="1400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S_r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     </a:t>
            </a:r>
            <a:r>
              <a:rPr lang="en-US" sz="1400" b="0" i="0" u="sng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3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539.          3.54    -</a:t>
            </a:r>
            <a:r>
              <a:rPr lang="en-US" sz="1400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0.718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-</a:t>
            </a:r>
            <a:r>
              <a:rPr lang="en-US" sz="1400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16.9</a:t>
            </a:r>
            <a:endParaRPr lang="en-US" sz="1400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sz="1400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3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</a:t>
            </a:r>
            <a:r>
              <a:rPr lang="en-US" sz="1400" b="0" i="0" u="sng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2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100 </a:t>
            </a:r>
            <a:r>
              <a:rPr lang="en-US" sz="1400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S_tp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    </a:t>
            </a:r>
            <a:r>
              <a:rPr lang="en-US" sz="1400" b="0" i="0" u="sng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3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162.          3.16    -</a:t>
            </a:r>
            <a:r>
              <a:rPr lang="en-US" sz="1400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1.09</a:t>
            </a:r>
            <a:r>
              <a:rPr lang="en-US" sz="1400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-</a:t>
            </a:r>
            <a:r>
              <a:rPr lang="en-US" sz="1400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25.7</a:t>
            </a:r>
            <a:endParaRPr lang="en-US" sz="1400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C74B4A-2C73-BADD-7AEB-9A3AE4F8614F}"/>
              </a:ext>
            </a:extLst>
          </p:cNvPr>
          <p:cNvSpPr txBox="1"/>
          <p:nvPr/>
        </p:nvSpPr>
        <p:spPr>
          <a:xfrm>
            <a:off x="217932" y="5637383"/>
            <a:ext cx="3613404" cy="107721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1600"/>
              <a:t>Slow strategies achieve </a:t>
            </a:r>
            <a:r>
              <a:rPr lang="en-US" sz="1600" b="1"/>
              <a:t>17–26% </a:t>
            </a:r>
            <a:r>
              <a:rPr lang="en-US" sz="1600"/>
              <a:t>reduction in annual material demand by 2100 relative to Reference, </a:t>
            </a:r>
            <a:r>
              <a:rPr lang="en-US" sz="1600" b="1"/>
              <a:t>without reducing total floorspace stock</a:t>
            </a:r>
            <a:r>
              <a:rPr lang="en-US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3316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031737-E8FF-FE47-F5BD-0F8570B9F210}"/>
              </a:ext>
            </a:extLst>
          </p:cNvPr>
          <p:cNvSpPr txBox="1"/>
          <p:nvPr/>
        </p:nvSpPr>
        <p:spPr>
          <a:xfrm>
            <a:off x="1433703" y="922662"/>
            <a:ext cx="9324594" cy="424731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b="0" i="0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# A </a:t>
            </a:r>
            <a:r>
              <a:rPr lang="en-US" b="0" i="0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tibble</a:t>
            </a:r>
            <a:r>
              <a:rPr lang="en-US" b="0" i="0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: 12 × 5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scenario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strategy_family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mat_demand_Gt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diff_vs_R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pct_vs_R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&lt;chr&gt;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&lt;chr&gt;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          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b="0" i="1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dbl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&gt;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b="0" i="1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dbl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&gt;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b="0" i="1" err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dbl</a:t>
            </a:r>
            <a:r>
              <a:rPr lang="en-US" b="0" i="1">
                <a:solidFill>
                  <a:srgbClr val="949494"/>
                </a:solidFill>
                <a:effectLst/>
                <a:latin typeface="Lucida Console" panose="020B0609040504020204" pitchFamily="49" charset="0"/>
              </a:rPr>
              <a:t>&gt;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1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A_tp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Narrow (_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tp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)             1.75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2.50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58.8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2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E_tp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Narrow (_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tp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)             1.75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2.50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58.8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3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N_tp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Narrow (_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tp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)             2.29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1.97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46.2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4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A_r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Narrow (_r)              3.12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1.13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26.6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5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E_r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Narrow (_r)              3.12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1.13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26.6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6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S_tp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Slow                     3.16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1.09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25.7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7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S_r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Slow                     3.54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0.718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16.9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8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N_r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Narrow (_r)              3.71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0.545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12.8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 9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LED     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LED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                3.74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0.522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-</a:t>
            </a:r>
            <a:r>
              <a:rPr lang="en-US" b="0" i="0">
                <a:solidFill>
                  <a:srgbClr val="FF6C60"/>
                </a:solidFill>
                <a:effectLst/>
                <a:latin typeface="Lucida Console" panose="020B0609040504020204" pitchFamily="49" charset="0"/>
              </a:rPr>
              <a:t>12.3</a:t>
            </a:r>
            <a:endParaRPr lang="en-US" b="0" i="0">
              <a:solidFill>
                <a:srgbClr val="EAEA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10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R        Reference                4.26     0          0  </a:t>
            </a: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11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C_r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 Close                    4.26     0          0  </a:t>
            </a:r>
          </a:p>
          <a:p>
            <a:pPr algn="l" latinLnBrk="1">
              <a:buNone/>
            </a:pPr>
            <a:r>
              <a:rPr lang="en-US" b="0" i="0">
                <a:solidFill>
                  <a:srgbClr val="BCBCBC"/>
                </a:solidFill>
                <a:effectLst/>
                <a:latin typeface="Lucida Console" panose="020B0609040504020204" pitchFamily="49" charset="0"/>
              </a:rPr>
              <a:t>12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err="1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C_tp</a:t>
            </a:r>
            <a:r>
              <a:rPr lang="en-US" b="0" i="0">
                <a:solidFill>
                  <a:srgbClr val="EAEAEA"/>
                </a:solidFill>
                <a:effectLst/>
                <a:latin typeface="Lucida Console" panose="020B0609040504020204" pitchFamily="49" charset="0"/>
              </a:rPr>
              <a:t>     Close                    4.26     0          0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45216-8CDF-A45E-83DB-43CAE0D5CC31}"/>
              </a:ext>
            </a:extLst>
          </p:cNvPr>
          <p:cNvSpPr txBox="1"/>
          <p:nvPr/>
        </p:nvSpPr>
        <p:spPr>
          <a:xfrm>
            <a:off x="2804160" y="337887"/>
            <a:ext cx="6583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Difference in 2100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3A682A-ABD1-9E10-CE1A-79D59E73C8E6}"/>
              </a:ext>
            </a:extLst>
          </p:cNvPr>
          <p:cNvSpPr txBox="1"/>
          <p:nvPr/>
        </p:nvSpPr>
        <p:spPr>
          <a:xfrm>
            <a:off x="1057656" y="5473673"/>
            <a:ext cx="10076688" cy="92333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b="1"/>
              <a:t>Interesting finding: </a:t>
            </a:r>
            <a:r>
              <a:rPr lang="en-US"/>
              <a:t>Extending building lifetimes (Slow) can achieve greater reductions in annual material demand than moderate sufficiency measures (</a:t>
            </a:r>
            <a:r>
              <a:rPr lang="en-US" err="1"/>
              <a:t>Narrow_r</a:t>
            </a:r>
            <a:r>
              <a:rPr lang="en-US"/>
              <a:t>), despite having negligible impact on total floorspace stock. </a:t>
            </a:r>
          </a:p>
        </p:txBody>
      </p:sp>
    </p:spTree>
    <p:extLst>
      <p:ext uri="{BB962C8B-B14F-4D97-AF65-F5344CB8AC3E}">
        <p14:creationId xmlns:p14="http://schemas.microsoft.com/office/powerpoint/2010/main" val="700873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CD7954-ECAA-C49B-2775-C1F7DD5DC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5" y="0"/>
            <a:ext cx="11144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808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4C58B1-23E6-FA73-0C94-3C8A2EF71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825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B795E-FFC5-91DC-7700-E81EDF6E0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FAB7C-7356-3964-C339-87EF012F58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Commercial</a:t>
            </a:r>
          </a:p>
        </p:txBody>
      </p:sp>
    </p:spTree>
    <p:extLst>
      <p:ext uri="{BB962C8B-B14F-4D97-AF65-F5344CB8AC3E}">
        <p14:creationId xmlns:p14="http://schemas.microsoft.com/office/powerpoint/2010/main" val="2093942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4389D0-90BC-4F97-9C13-027130D80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0" y="228593"/>
            <a:ext cx="10058420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401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9C03A7-1064-485E-9F6B-AB05E563F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5" y="0"/>
            <a:ext cx="11144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82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C5714F-986A-A350-DDFC-B5EEB9FE67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13" y="54428"/>
            <a:ext cx="11248573" cy="674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569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1193B9-C4AF-B786-A144-D23E74925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5" y="0"/>
            <a:ext cx="11144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019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BB28D0-1662-EEF9-131F-F110FD3B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696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C141701BBDA64EA48BCC1D7E8C3725" ma:contentTypeVersion="21" ma:contentTypeDescription="Create a new document." ma:contentTypeScope="" ma:versionID="84082013b3838aacb706b86c7a2f77c2">
  <xsd:schema xmlns:xsd="http://www.w3.org/2001/XMLSchema" xmlns:xs="http://www.w3.org/2001/XMLSchema" xmlns:p="http://schemas.microsoft.com/office/2006/metadata/properties" xmlns:ns1="http://schemas.microsoft.com/sharepoint/v3" xmlns:ns2="9c70d178-d21c-48a3-aa0e-ddb58e3b7295" xmlns:ns3="35922add-c285-48fc-9477-020deb2509eb" targetNamespace="http://schemas.microsoft.com/office/2006/metadata/properties" ma:root="true" ma:fieldsID="154b7b43068ec505982049bfe52c3768" ns1:_="" ns2:_="" ns3:_="">
    <xsd:import namespace="http://schemas.microsoft.com/sharepoint/v3"/>
    <xsd:import namespace="9c70d178-d21c-48a3-aa0e-ddb58e3b7295"/>
    <xsd:import namespace="35922add-c285-48fc-9477-020deb2509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70d178-d21c-48a3-aa0e-ddb58e3b72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b2b414a-4870-4b76-be62-ecc4760d58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922add-c285-48fc-9477-020deb2509e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042e1a2-bc8c-43c6-9db9-6a29d676d996}" ma:internalName="TaxCatchAll" ma:showField="CatchAllData" ma:web="35922add-c285-48fc-9477-020deb2509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5922add-c285-48fc-9477-020deb2509eb" xsi:nil="true"/>
    <_ip_UnifiedCompliancePolicyUIAction xmlns="http://schemas.microsoft.com/sharepoint/v3" xsi:nil="true"/>
    <_ip_UnifiedCompliancePolicyProperties xmlns="http://schemas.microsoft.com/sharepoint/v3" xsi:nil="true"/>
    <lcf76f155ced4ddcb4097134ff3c332f xmlns="9c70d178-d21c-48a3-aa0e-ddb58e3b729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FAFD3BF-54E8-4FE0-8F45-7E14075D21F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C65433-3F88-451E-852A-F46F0DE9EDB1}">
  <ds:schemaRefs>
    <ds:schemaRef ds:uri="35922add-c285-48fc-9477-020deb2509eb"/>
    <ds:schemaRef ds:uri="9c70d178-d21c-48a3-aa0e-ddb58e3b729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DACE39F-C028-4B26-8387-82AA7B32DE92}">
  <ds:schemaRefs>
    <ds:schemaRef ds:uri="35922add-c285-48fc-9477-020deb2509eb"/>
    <ds:schemaRef ds:uri="9c70d178-d21c-48a3-aa0e-ddb58e3b729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1549</Words>
  <Application>Microsoft Office PowerPoint</Application>
  <PresentationFormat>Widescreen</PresentationFormat>
  <Paragraphs>166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Lucida Console</vt:lpstr>
      <vt:lpstr>Office Theme</vt:lpstr>
      <vt:lpstr>27/05 action items</vt:lpstr>
      <vt:lpstr>PowerPoint Presentation</vt:lpstr>
      <vt:lpstr>PowerPoint Presentation</vt:lpstr>
      <vt:lpstr>PowerPoint Presentation</vt:lpstr>
      <vt:lpstr>PowerPoint Presentation</vt:lpstr>
      <vt:lpstr>Key literatures on building lifetime</vt:lpstr>
      <vt:lpstr>PowerPoint Presentation</vt:lpstr>
      <vt:lpstr>Slow scenarios assumptions</vt:lpstr>
      <vt:lpstr>Global Circular Results</vt:lpstr>
      <vt:lpstr>Residential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Commercial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NAWAWI Shu</dc:creator>
  <cp:lastModifiedBy>NAWAWI Shu</cp:lastModifiedBy>
  <cp:revision>1</cp:revision>
  <dcterms:created xsi:type="dcterms:W3CDTF">2026-05-26T14:11:41Z</dcterms:created>
  <dcterms:modified xsi:type="dcterms:W3CDTF">2026-06-03T11:58:40Z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0x01010018C141701BBDA64EA48BCC1D7E8C3725</vt:lpwstr>
  </property>
  <property fmtid="{D5CDD505-2E9C-101B-9397-08002B2CF9AE}" pid="3" name="MediaServiceImageTags">
    <vt:lpwstr/>
  </property>
</Properties>
</file>